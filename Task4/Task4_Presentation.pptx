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9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4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49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87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6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12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75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92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22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37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1172B2A-3215-49F9-80E7-B31B2C2C5AE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4C15558-E583-4FCF-9D2D-CEDA664D08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9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02E89B-BAEC-C1D2-0257-72A17D64F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Dashboard Analysis</a:t>
            </a:r>
            <a:br>
              <a:rPr lang="en-US" dirty="0"/>
            </a:b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6BFFF7-BAF6-6468-5A94-DBE04EC4E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 Rajeshwari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30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044A-00E8-2F9C-2EB4-F7344C88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17CB-E427-F06A-DA4E-B7804F166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Analyze sales data</a:t>
            </a:r>
          </a:p>
          <a:p>
            <a:pPr marL="0" indent="0">
              <a:buNone/>
            </a:pPr>
            <a:r>
              <a:rPr lang="en-US" dirty="0"/>
              <a:t>- Identify trends</a:t>
            </a:r>
          </a:p>
          <a:p>
            <a:pPr marL="0" indent="0">
              <a:buNone/>
            </a:pPr>
            <a:r>
              <a:rPr lang="en-US" dirty="0"/>
              <a:t>- Support business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62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17F3-AD0A-B7E1-09E2-91828232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19BC-77F6-6A27-EDF5-647CE647A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Superstore dataset</a:t>
            </a:r>
          </a:p>
          <a:p>
            <a:pPr marL="0" indent="0">
              <a:buNone/>
            </a:pPr>
            <a:r>
              <a:rPr lang="en-US" dirty="0"/>
              <a:t>- Contains sales, category, and region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50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5F08-05C3-8402-418A-229C7B3E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0C8EC5-08BA-3BEC-B4E3-E12837BFF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4136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9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D963-F1F2-6A95-1A5E-A001F7EE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8F29-EFC8-D1A1-D694-C692B7E12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Technology has highest sales</a:t>
            </a:r>
          </a:p>
          <a:p>
            <a:pPr marL="0" indent="0">
              <a:buNone/>
            </a:pPr>
            <a:r>
              <a:rPr lang="en-US" dirty="0"/>
              <a:t>- West region performs best</a:t>
            </a:r>
          </a:p>
          <a:p>
            <a:pPr marL="0" indent="0">
              <a:buNone/>
            </a:pPr>
            <a:r>
              <a:rPr lang="en-US" dirty="0"/>
              <a:t>- Sales peak in November and December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7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FFB2-3BB1-48F5-AE61-4774CC57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21DD-4E7C-8BD8-0AC7-436579EAF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Sales increase over time</a:t>
            </a:r>
          </a:p>
          <a:p>
            <a:pPr marL="0" indent="0">
              <a:buNone/>
            </a:pPr>
            <a:r>
              <a:rPr lang="en-US" dirty="0"/>
              <a:t>- Technology drives revenue</a:t>
            </a:r>
          </a:p>
          <a:p>
            <a:pPr marL="0" indent="0">
              <a:buNone/>
            </a:pPr>
            <a:r>
              <a:rPr lang="en-US" dirty="0"/>
              <a:t>- Sales are seasonal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09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B25C-9EC3-0C1A-82AC-F8907029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1D11-F422-7B8B-2E85-C15B9952E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Increase marketing in peak months</a:t>
            </a:r>
          </a:p>
          <a:p>
            <a:pPr marL="0" indent="0">
              <a:buNone/>
            </a:pPr>
            <a:r>
              <a:rPr lang="en-US" dirty="0"/>
              <a:t>- Focus on Technology category</a:t>
            </a:r>
          </a:p>
          <a:p>
            <a:pPr marL="0" indent="0">
              <a:buNone/>
            </a:pPr>
            <a:r>
              <a:rPr lang="en-US" dirty="0"/>
              <a:t>- Expand in high-performing regions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82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ACC5-B9D6-1E01-027D-2DD6840B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033" y="2103437"/>
            <a:ext cx="388342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9931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</TotalTime>
  <Words>83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Rockwell</vt:lpstr>
      <vt:lpstr>Rockwell Condensed</vt:lpstr>
      <vt:lpstr>Wingdings</vt:lpstr>
      <vt:lpstr>Wood Type</vt:lpstr>
      <vt:lpstr>Sales Dashboard Analysis </vt:lpstr>
      <vt:lpstr>Objective</vt:lpstr>
      <vt:lpstr>Dataset</vt:lpstr>
      <vt:lpstr>Dashboard</vt:lpstr>
      <vt:lpstr>Insights</vt:lpstr>
      <vt:lpstr>Conclusion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Rajeshwari Kommula</dc:creator>
  <cp:lastModifiedBy>Rajeshwari Kommula</cp:lastModifiedBy>
  <cp:revision>2</cp:revision>
  <dcterms:created xsi:type="dcterms:W3CDTF">2026-03-30T15:53:38Z</dcterms:created>
  <dcterms:modified xsi:type="dcterms:W3CDTF">2026-03-30T16:16:19Z</dcterms:modified>
</cp:coreProperties>
</file>